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09728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Product
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3200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C9A227"/>
                </a:solidFill>
              </a:rP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41148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1A1AA"/>
                </a:solidFill>
              </a:rPr>
              <a:t>Introducing the next generation of
our flagship platform solution.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5303520"/>
            <a:ext cx="109728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30329"/>
                </a:solidFill>
              </a:rPr>
              <a:t>Product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</a:rPr>
              <a:t>Tagline goes here — clear, concise, compelling.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</a:rPr>
              <a:t>⚡ 10x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</a:rPr>
              <a:t>🔒 Enterprise-grade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</a:rPr>
              <a:t>📊 Real-time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</a:rPr>
              <a:t>🌍 Global scale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669280"/>
            <a:ext cx="1645920" cy="59436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7607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Learn More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657600" cy="1920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Lightning 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10x faster processing with our new architecture. Handle millions of records in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3657600" cy="1920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Bank-Level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SOC 2 Type II, GDPR compliant. Your data is always encrypted at rest and in transit.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80160"/>
            <a:ext cx="3657600" cy="1920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17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AI-Powered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31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Machine learning models surface actionable insights automatically — no data science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3657600" cy="1920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Mobile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Native iOS and Android apps with full feature parity. Work from anywhere, on any device.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566160"/>
            <a:ext cx="3657600" cy="1920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200+ Integrations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Connect to your existing stack instantly. Salesforce, Slack, HubSpot, and 200 more.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566160"/>
            <a:ext cx="3657600" cy="19202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Advanced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617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</a:rPr>
              <a:t>Real-time dashboards with customisable KPIs. Share reports with one click.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30329"/>
                </a:solidFill>
              </a:rPr>
              <a:t>Launch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429000"/>
            <a:ext cx="10881360" cy="36576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3291840"/>
            <a:ext cx="274320" cy="27432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36576" cy="219456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Jan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Beta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Internal testing with 50 select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291840"/>
            <a:ext cx="274320" cy="27432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188720"/>
            <a:ext cx="36576" cy="219456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Mar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Soft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03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Limited release to waitlist — 500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3291840"/>
            <a:ext cx="274320" cy="27432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188720"/>
            <a:ext cx="36576" cy="219456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May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Public 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Full public release with marketing blitz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07040" y="3291840"/>
            <a:ext cx="274320" cy="274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18320" y="1188720"/>
            <a:ext cx="36576" cy="219456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Aug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V2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103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</a:rPr>
              <a:t>Feature expansion based on user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