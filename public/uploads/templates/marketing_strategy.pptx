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030329"/>
                </a:solidFill>
              </a:rPr>
              <a:t>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</a:rPr>
              <a:t>Strategy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</a:rPr>
              <a:t>Brand Growth · Digital Channels · Campaign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7315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</a:rPr>
              <a:t>Prepared by Marketing Department  ·  Q1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Campaign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011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Brand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Reach 5M impressions across all digital channels in 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30329"/>
                </a:solidFill>
              </a:rPr>
              <a:t>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1A1AA"/>
                </a:solidFill>
              </a:rPr>
              <a:t>Current 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73152" cy="2011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Lead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Generate 10,000 qualified leads through inbound campaigns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30329"/>
                </a:solidFill>
              </a:rPr>
              <a:t>3,200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1A1AA"/>
                </a:solidFill>
              </a:rPr>
              <a:t>Leads to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73152" cy="2011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Conversion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Improve landing page conversion from 2.1% to 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30329"/>
                </a:solidFill>
              </a:rPr>
              <a:t>2.1%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26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1A1AA"/>
                </a:solidFill>
              </a:rPr>
              <a:t>Current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73152" cy="2011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Customer LTV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51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Increase average customer lifetime value by 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886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30329"/>
                </a:solidFill>
              </a:rPr>
              <a:t>$840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526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1A1AA"/>
                </a:solidFill>
              </a:rPr>
              <a:t>Current LTV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Digital Channel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</a:rPr>
              <a:t>Budget allocation and expected ROI by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777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Paid 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Facebook · Instagram ·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7276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$42,000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4.2x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SEO &amp;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Blog · YouTube · Podcast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8716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8.1x ROI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91440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649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Email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Newsletter · Drip · Re-engage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40156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29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$24,000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12x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Paid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Google · Bing 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31596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$18,000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5.6x ROI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120640"/>
            <a:ext cx="9144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937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Influencers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77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Micro &amp; macro partnerships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23036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257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$6,000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3.8x 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