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06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ANNUAL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1A1AA"/>
                </a:solidFill>
              </a:rPr>
              <a:t>Financial Performance &amp; Strategic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109728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Q1 – Q4 Fiscal Year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</a:rPr>
              <a:t>© 2025 Company Name. All rights reserved.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645920"/>
            <a:ext cx="2926080" cy="320040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</a:rPr>
              <a:t>KEY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2286000"/>
            <a:ext cx="256032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$4.2M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816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Net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+24%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639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YoY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89%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462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Client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</a:rPr>
              <a:t>2025 Annual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743200" cy="146304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$4.2M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D4D8"/>
                </a:solidFill>
              </a:rPr>
              <a:t>Total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554480"/>
            <a:ext cx="2743200" cy="14630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2,847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D4D8"/>
                </a:solidFill>
              </a:rPr>
              <a:t>Active Clients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2743200" cy="14630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30329"/>
                </a:solidFill>
              </a:rPr>
              <a:t>+24%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Growth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554480"/>
            <a:ext cx="2743200" cy="1463040"/>
          </a:xfrm>
          <a:prstGeom prst="rect">
            <a:avLst/>
          </a:prstGeom>
          <a:solidFill>
            <a:srgbClr val="0A0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737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$1.1M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D4D8"/>
                </a:solidFill>
              </a:rPr>
              <a:t>Net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Quarterly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0560"/>
            <a:ext cx="1097280" cy="100584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30329"/>
                </a:solidFill>
              </a:rPr>
              <a:t>$890K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46"/>
                </a:solidFill>
              </a:rPr>
              <a:t>Q1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4169664"/>
            <a:ext cx="1097280" cy="1316736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38496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30329"/>
                </a:solidFill>
              </a:rPr>
              <a:t>$1.1M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46"/>
                </a:solidFill>
              </a:rPr>
              <a:t>Q2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3931920"/>
            <a:ext cx="1097280" cy="155448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3611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30329"/>
                </a:solidFill>
              </a:rPr>
              <a:t>$1.2M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46"/>
                </a:solidFill>
              </a:rPr>
              <a:t>Q3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657600"/>
            <a:ext cx="1097280" cy="1828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3337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30329"/>
                </a:solidFill>
              </a:rPr>
              <a:t>$1.4M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46"/>
                </a:solidFill>
              </a:rP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Key Highlights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931920"/>
            <a:ext cx="73152" cy="228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Revenue exceeded targets by 12%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389120"/>
            <a:ext cx="73152" cy="228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4297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Expanded to 3 new markets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846320"/>
            <a:ext cx="73152" cy="228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754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Launched 5 major product lines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303520"/>
            <a:ext cx="73152" cy="228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5212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Achieved record client satisfaction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30329"/>
                </a:solidFill>
              </a:rPr>
              <a:t>Financial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</a:rPr>
              <a:t>Revenue, profit and expense analysis for fiscal year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7132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535424"/>
            <a:ext cx="201168" cy="768096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0976" y="4663440"/>
            <a:ext cx="201168" cy="640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Jan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330599"/>
            <a:ext cx="201168" cy="972921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99616" y="4586631"/>
            <a:ext cx="201168" cy="716889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Feb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151376"/>
            <a:ext cx="201168" cy="1152144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256" y="4484218"/>
            <a:ext cx="201168" cy="81930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Mar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39" y="4228186"/>
            <a:ext cx="201168" cy="1075334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6895" y="4535424"/>
            <a:ext cx="201168" cy="76809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39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Apr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895344"/>
            <a:ext cx="201168" cy="1408176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45536" y="4330599"/>
            <a:ext cx="201168" cy="972921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May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716122"/>
            <a:ext cx="201168" cy="1587398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94176" y="4279393"/>
            <a:ext cx="201168" cy="102412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Jun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59" y="3818535"/>
            <a:ext cx="201168" cy="1484985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2815" y="4228186"/>
            <a:ext cx="201168" cy="107533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59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Jul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511297"/>
            <a:ext cx="201168" cy="1792223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91456" y="4176980"/>
            <a:ext cx="201168" cy="11265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Aug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3383281"/>
            <a:ext cx="201168" cy="1920239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40096" y="4125773"/>
            <a:ext cx="201168" cy="117774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Sep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79" y="3562503"/>
            <a:ext cx="201168" cy="1741017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88735" y="4074567"/>
            <a:ext cx="201168" cy="1228953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79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Oct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04058"/>
            <a:ext cx="201168" cy="2099462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37376" y="4023360"/>
            <a:ext cx="201168" cy="1280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Nov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59" y="2871217"/>
            <a:ext cx="201168" cy="2432303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86015" y="3972154"/>
            <a:ext cx="201168" cy="133136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59" y="5349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1A1AA"/>
                </a:solidFill>
              </a:rPr>
              <a:t>Dec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30329"/>
                </a:solidFill>
              </a:rPr>
              <a:t>■ Revenue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</a:rPr>
              <a:t>■ Expenses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1828800"/>
            <a:ext cx="3474720" cy="100584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$4.2M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D4D8"/>
                </a:solidFill>
              </a:rPr>
              <a:t>Total Revenue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3108960"/>
            <a:ext cx="3474720" cy="10058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$2.8M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D4D8"/>
                </a:solidFill>
              </a:rPr>
              <a:t>Total Expenses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4389120"/>
            <a:ext cx="347472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4480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$1.4M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D4D8"/>
                </a:solidFill>
              </a:rPr>
              <a:t>Net Profit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For more information, contact us at info@company.com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525B"/>
                </a:solidFill>
              </a:rPr>
              <a:t>www.company.com  |  +1 (555) 000-0000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