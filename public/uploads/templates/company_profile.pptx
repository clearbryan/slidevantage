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C9A227"/>
                </a:solidFill>
              </a:rPr>
              <a:t>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</a:rPr>
              <a:t>Who We Are · What We Do · Why We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30329"/>
                </a:solidFill>
              </a:rPr>
              <a:t>Founded 2018  ·  Headquarters: New York  ·  Global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30329"/>
                </a:solidFill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A227"/>
                </a:solidFill>
              </a:rPr>
              <a:t>We help businesses grow through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</a:rPr>
              <a:t>Founded in 2018, we are a technology company on a mission to make enterprise software accessible to businesses of all sizes. Our platform serves over 2,800 customers across 40 countries, from early-stage startups to Fortune 500 companies.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914400"/>
            <a:ext cx="3017520" cy="50292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1A1AA"/>
                </a:solidFill>
              </a:rPr>
              <a:t>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Founded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30329"/>
                </a:solidFill>
              </a:rPr>
              <a:t>2018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1938528"/>
            <a:ext cx="2468880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30329"/>
                </a:solidFill>
              </a:rPr>
              <a:t>124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2715768"/>
            <a:ext cx="2468880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3108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Countries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30329"/>
                </a:solidFill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3493008"/>
            <a:ext cx="2468880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3886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886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30329"/>
                </a:solidFill>
              </a:rPr>
              <a:t>2,847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4270248"/>
            <a:ext cx="2468880" cy="9144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NPS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30329"/>
                </a:solidFill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Our Mission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977639"/>
            <a:ext cx="54864" cy="1280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77639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</a:rPr>
              <a:t>To democratise access to enterprise-grade technology, enabling businesses of every size to compete and thrive in the digital economy through intuitive, affordable, and powerful software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