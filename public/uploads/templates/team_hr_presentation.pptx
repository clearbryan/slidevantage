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</a:rPr>
              <a:t>Our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9A227"/>
                </a:solidFill>
              </a:rPr>
              <a:t>Company Culture, Values &amp;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1A1AA"/>
                </a:solidFill>
              </a:rPr>
              <a:t>Human Resources · 2025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0"/>
            <a:ext cx="2560320" cy="164592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30329"/>
                </a:solidFill>
              </a:rPr>
              <a:t>124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Employees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3657600"/>
            <a:ext cx="2560320" cy="164592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3749039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30329"/>
                </a:solidFill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Nationalities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657600"/>
            <a:ext cx="2560320" cy="164592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749039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30329"/>
                </a:solidFill>
              </a:rPr>
              <a:t>4.7/5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Glassdoor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3657600"/>
            <a:ext cx="2560320" cy="164592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3749039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30329"/>
                </a:solidFill>
              </a:rPr>
              <a:t>92%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Retention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30329"/>
                </a:solidFill>
              </a:rPr>
              <a:t>Our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73152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30329"/>
                </a:solidFill>
              </a:rPr>
              <a:t>🎯  Customer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</a:rPr>
              <a:t>Every decision starts with asking: how does this help our customers succeed?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4864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30329"/>
                </a:solidFill>
              </a:rPr>
              <a:t>🤝  Radical Honesty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</a:rPr>
              <a:t>We communicate clearly and directly, even when it's uncomfortable.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5486400" cy="73152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30329"/>
                </a:solidFill>
              </a:rPr>
              <a:t>⚡  Bias for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</a:rPr>
              <a:t>We move fast, ship often, and learn from real-world feedback.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65760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657600"/>
            <a:ext cx="54864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8862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30329"/>
                </a:solidFill>
              </a:rPr>
              <a:t>🌱  Grow Together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4348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</a:rPr>
              <a:t>We invest in each person's growth because our company grows when people grow.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