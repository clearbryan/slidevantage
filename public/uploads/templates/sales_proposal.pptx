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Sales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</a:rPr>
              <a:t>Prepared exclusively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</a:rPr>
              <a:t>Client Company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13716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</a:rPr>
              <a:t>Your Company  ·  Sales Team  ·  Q1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371600"/>
            <a:ext cx="3017520" cy="41148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</a:rPr>
              <a:t>PROPOSAL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Proposed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59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$48,000/yr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761488"/>
            <a:ext cx="2377440" cy="9144"/>
          </a:xfrm>
          <a:prstGeom prst="rect">
            <a:avLst/>
          </a:prstGeom>
          <a:solidFill>
            <a:srgbClr val="14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Contract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136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12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538728"/>
            <a:ext cx="2377440" cy="9144"/>
          </a:xfrm>
          <a:prstGeom prst="rect">
            <a:avLst/>
          </a:prstGeom>
          <a:solidFill>
            <a:srgbClr val="14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Start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913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 Feb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4315968"/>
            <a:ext cx="2377440" cy="9144"/>
          </a:xfrm>
          <a:prstGeom prst="rect">
            <a:avLst/>
          </a:prstGeom>
          <a:solidFill>
            <a:srgbClr val="14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Decision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690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15 Jan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30329"/>
                </a:solidFill>
              </a:rPr>
              <a:t>What We're Proposing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9144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3566160" cy="9144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9144" cy="53035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1005840"/>
            <a:ext cx="9144" cy="53035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0329"/>
                </a:solidFill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$12,000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per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Up to 5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Core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Email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99.5%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00584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005840"/>
            <a:ext cx="3566160" cy="9144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6309360"/>
            <a:ext cx="3566160" cy="9144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005840"/>
            <a:ext cx="9144" cy="53035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54696" y="1005840"/>
            <a:ext cx="9144" cy="53035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30329"/>
                </a:solidFill>
              </a:rPr>
              <a:t>Professional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$24,000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per 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Up to 25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All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Priority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99.9%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✓  Custom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005840"/>
            <a:ext cx="3566160" cy="53035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005840"/>
            <a:ext cx="356616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10789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30329"/>
                </a:solidFill>
              </a:rPr>
              <a:t>RECOMMENDED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A227"/>
                </a:solidFill>
              </a:rPr>
              <a:t>$48,000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per 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Unlimited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All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Dedicated CSM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99.99% SLA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Custom integrations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166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 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