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18288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737360"/>
            <a:ext cx="12188952" cy="18288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606039"/>
            <a:ext cx="12188952" cy="18288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74720"/>
            <a:ext cx="12188952" cy="18288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43400"/>
            <a:ext cx="12188952" cy="18288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212079"/>
            <a:ext cx="12188952" cy="18288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080759"/>
            <a:ext cx="12188952" cy="18288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914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</a:rPr>
              <a:t>Q3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C9A227"/>
                </a:solidFill>
              </a:rPr>
              <a:t>Business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</a:rPr>
              <a:t>Performance · Insights · Outlook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30329"/>
                </a:solidFill>
              </a:rPr>
              <a:t>Confidential — Internal Use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28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$1.4M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</a:rP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828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847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</a:rPr>
              <a:t>New Deals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828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1A1AA"/>
                </a:solidFill>
              </a:rPr>
              <a:t>Uptime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30329"/>
                </a:solidFill>
              </a:rPr>
              <a:t>Q3 Performance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0" y="10789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0789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0789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078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11247120" cy="59436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09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709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$1.2M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709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$1.4M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709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+$200K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709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✓ Achieved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58568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68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New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3682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3682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847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682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+247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3682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✓ Exceeded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16936"/>
            <a:ext cx="11247120" cy="59436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26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Churn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0266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&lt; 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0266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0266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-0.9%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026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✓ Achieved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75304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685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NPS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36850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&gt; 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6850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6850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+7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685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✓ Exceeded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33672"/>
            <a:ext cx="11247120" cy="59436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343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Support SLA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95%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91%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</a:rPr>
              <a:t>-4%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</a:rPr>
              <a:t>⚠ At Risk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89204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001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Cost per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5001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&lt; $85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5001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0329"/>
                </a:solidFill>
              </a:rPr>
              <a:t>$78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001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-$7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001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</a:rPr>
              <a:t>✓ Achieved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